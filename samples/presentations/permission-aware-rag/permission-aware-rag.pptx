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7a22876484a68" /><Relationship Type="http://schemas.openxmlformats.org/officeDocument/2006/relationships/extended-properties" Target="/docProps/app.xml" Id="Rdca562db719a438c" /><Relationship Type="http://schemas.openxmlformats.org/officeDocument/2006/relationships/officeDocument" Target="/ppt/presentation.xml" Id="Rfb497cc99c6c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940a6eda8428c"/>
  </p:sldMasterIdLst>
  <p:notesMasterIdLst>
    <p:notesMasterId xmlns:r="http://schemas.openxmlformats.org/officeDocument/2006/relationships" r:id="R3b0cadb1aaf64412"/>
  </p:notesMasterIdLst>
  <p:sldIdLst>
    <p:sldId xmlns:r="http://schemas.openxmlformats.org/officeDocument/2006/relationships" id="256" r:id="R10ae04db3b824531"/>
    <p:sldId xmlns:r="http://schemas.openxmlformats.org/officeDocument/2006/relationships" id="257" r:id="R836350d43bf74853"/>
    <p:sldId xmlns:r="http://schemas.openxmlformats.org/officeDocument/2006/relationships" id="258" r:id="R7d2c534796144ad5"/>
    <p:sldId xmlns:r="http://schemas.openxmlformats.org/officeDocument/2006/relationships" id="259" r:id="R88615c63a38c4e4e"/>
    <p:sldId xmlns:r="http://schemas.openxmlformats.org/officeDocument/2006/relationships" id="260" r:id="R2a805ed5b36e4a65"/>
    <p:sldId xmlns:r="http://schemas.openxmlformats.org/officeDocument/2006/relationships" id="261" r:id="R73413c1573f94d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22585e9dc4587" /><Relationship Type="http://schemas.openxmlformats.org/officeDocument/2006/relationships/slideMaster" Target="/ppt/slideMasters/slideMaster1.xml" Id="R4b1940a6eda8428c" /><Relationship Type="http://schemas.openxmlformats.org/officeDocument/2006/relationships/notesMaster" Target="/ppt/notesMasters/notesMaster1.xml" Id="R3b0cadb1aaf64412" /><Relationship Type="http://schemas.openxmlformats.org/officeDocument/2006/relationships/presProps" Target="/ppt/presProps.xml" Id="Rc67fbc74d07b4510" /><Relationship Type="http://schemas.openxmlformats.org/officeDocument/2006/relationships/tableStyles" Target="/ppt/tableStyles.xml" Id="R05a339f277744fdb" /><Relationship Type="http://schemas.openxmlformats.org/officeDocument/2006/relationships/slide" Target="/ppt/slides/slide1.xml" Id="R10ae04db3b824531" /><Relationship Type="http://schemas.openxmlformats.org/officeDocument/2006/relationships/slide" Target="/ppt/slides/slide2.xml" Id="R836350d43bf74853" /><Relationship Type="http://schemas.openxmlformats.org/officeDocument/2006/relationships/slide" Target="/ppt/slides/slide3.xml" Id="R7d2c534796144ad5" /><Relationship Type="http://schemas.openxmlformats.org/officeDocument/2006/relationships/slide" Target="/ppt/slides/slide4.xml" Id="R88615c63a38c4e4e" /><Relationship Type="http://schemas.openxmlformats.org/officeDocument/2006/relationships/slide" Target="/ppt/slides/slide5.xml" Id="R2a805ed5b36e4a65" /><Relationship Type="http://schemas.openxmlformats.org/officeDocument/2006/relationships/slide" Target="/ppt/slides/slide6.xml" Id="R73413c1573f9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4648b3edd41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baa84a67f4fc3" /><Relationship Type="http://schemas.openxmlformats.org/officeDocument/2006/relationships/notesMaster" Target="/ppt/notesMasters/notesMaster1.xml" Id="R27ec8d0506d54b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08738bf6b49a0" /><Relationship Type="http://schemas.openxmlformats.org/officeDocument/2006/relationships/notesMaster" Target="/ppt/notesMasters/notesMaster1.xml" Id="R52ed2bd8f702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15d01ee614bbf" /><Relationship Type="http://schemas.openxmlformats.org/officeDocument/2006/relationships/notesMaster" Target="/ppt/notesMasters/notesMaster1.xml" Id="R0864ec5feae94a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7b227d7354b81" /><Relationship Type="http://schemas.openxmlformats.org/officeDocument/2006/relationships/notesMaster" Target="/ppt/notesMasters/notesMaster1.xml" Id="R82dfef9f5d2b41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7e05a0aa4241e3" /><Relationship Type="http://schemas.openxmlformats.org/officeDocument/2006/relationships/notesMaster" Target="/ppt/notesMasters/notesMaster1.xml" Id="Rd383c0dc810b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3df067ca5490d" /><Relationship Type="http://schemas.openxmlformats.org/officeDocument/2006/relationships/notesMaster" Target="/ppt/notesMasters/notesMaster1.xml" Id="R4ebb12501a74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b7751bcec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a8fa34e6f3430f" /><Relationship Type="http://schemas.openxmlformats.org/officeDocument/2006/relationships/slideLayout" Target="/ppt/slideLayouts/slideLayout1.xml" Id="R5727174ba9b6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7174ba9b6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75ace7b2f40ee" /><Relationship Type="http://schemas.openxmlformats.org/officeDocument/2006/relationships/notesSlide" Target="/ppt/notesSlides/notesSlide1.xml" Id="R6533ab7ee88140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68c65677b43c9" /><Relationship Type="http://schemas.openxmlformats.org/officeDocument/2006/relationships/notesSlide" Target="/ppt/notesSlides/notesSlide2.xml" Id="R40a52efd85d846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d5edcf13645a7" /><Relationship Type="http://schemas.openxmlformats.org/officeDocument/2006/relationships/notesSlide" Target="/ppt/notesSlides/notesSlide3.xml" Id="R3856f9e9674c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6bf817f4c4f8e" /><Relationship Type="http://schemas.openxmlformats.org/officeDocument/2006/relationships/notesSlide" Target="/ppt/notesSlides/notesSlide4.xml" Id="R007ee3338d584e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8d7d0afe34cdf" /><Relationship Type="http://schemas.openxmlformats.org/officeDocument/2006/relationships/notesSlide" Target="/ppt/notesSlides/notesSlide5.xml" Id="Rd746686642eb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60233b9e843ac" /><Relationship Type="http://schemas.openxmlformats.org/officeDocument/2006/relationships/notesSlide" Target="/ppt/notesSlides/notesSlide6.xml" Id="Ra4cea2e5a482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62C61-0A7B-4DB1-A38E-646F074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F4EFD-61C0-45E4-B9B5-66ECC94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437E-A792-4BE8-ACFE-6EB73EFA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PUBLIC BUILD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2BA1F-9CA0-4E2C-8EEC-CCC34D92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667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Trust starts before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722E8-929B-4B4D-9D39-D1EFAA4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rPr>
              <a:t>A portable architecture for ACL-aware hybrid search, grounding and confidence-based response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0E1A4-FF1B-41B6-A5E3-5099139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PERMISSION-AWARE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2B666-C341-405D-BFE7-5EB63AB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PERMISSION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GROUNDING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9AB7C-228D-456B-8BFA-3F4D3BDD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PUBLIC ARCHITECTURE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73ECA-41F4-4FA8-BAEB-3FC6B30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6965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AE643-C9BD-4536-810E-56C89385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RETRIEVAL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FA829-2446-42BC-B477-8279AF0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39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Retrieval quality is an authorization problem before ranking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AF116-18C6-4CDE-9357-DC484972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AD90-4572-4A2A-9C12-B79D516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84AFC-8B6E-4DA1-B251-A329E76F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best passage is unsafe if the user was never entitled to retrieve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13686-A70A-42AA-B157-842369A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04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Identity and document ACLs constrain the candidate set before lexical, vector or reranking logic can influence an answer.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3340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9342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5344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101346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DA32F-D5D7-48FD-A154-2078A62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5BC38-36BC-43C9-8D24-6BD6196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43378-91FB-41CB-85E3-FD19F5B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tenant +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151AA-D9AC-46A0-B48B-AE8B639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44A28-0D4A-4D17-B832-1781636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ACL 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35B6E-43BB-442F-97DA-A2DB964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allowed corpus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61AA7-EB22-4E66-B9AC-C1520AF0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638EE-8297-4B1B-BF8C-97F6D008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Hybrid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73A97-4346-499F-9D0C-D6E69D8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BM25 +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B75F0-D22E-45E3-B57F-E003EF9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F2A45-A1A9-4085-B8AF-4E6821CF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50CE9-64EB-4BF3-A3B8-C5E4FD8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intent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53EEA-1966-4729-B62E-261AE1E3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79DE2-F0BF-4521-A755-0B7B6C20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13282-6432-4A19-8546-20D7BAF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cite or refuse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D6726-4023-4F97-87C7-B8184E2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750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Permission filtering precedes relevance scoring; citations remain attached through generation.</a:t>
            </a:r>
          </a:p>
        </p:txBody>
      </p:sp>
    </p:spTree>
    <p:extLst>
      <p:ext uri="{BB962C8B-B14F-4D97-AF65-F5344CB8AC3E}">
        <p14:creationId xmlns:p14="http://schemas.microsoft.com/office/powerpoint/2010/main" val="969925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3A345-6086-4332-8944-80E2C97F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RETRIEVAL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032FF-7D18-4B91-BA13-E7DD5646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Hybrid retrieval separates four different quality problems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EE1E8-6F58-4DEF-84D2-D9BF0193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4421-BFEF-4AFA-92F8-49D7F9F5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3337-42D3-44EB-84EE-3B63B348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6F3D-3131-4FBC-829C-D3E3FE45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7C25-136A-4BEB-BC8E-DE29F1A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Lexical and semantic retrieval widen the candidate set without treating either signal as truth.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367665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3CECD-61B7-4E26-8E18-0DBDB8DA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4234D-B852-4537-9D9B-7FF1CDAC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7F06-62CF-4FD8-AB77-B767E6B3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Reranking tests intent fit and removes plausible but operationally irrelevant passages.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981700" y="367665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26F3-872D-4127-ABF6-A4ECBA8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F18FD-7E93-428B-A229-48F28DB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Permission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F255E-65C7-45BE-BC6A-02F32BF5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Tenant, role and object ACLs determine what can enter the candidate set at all.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556260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0B529-1EB8-4314-A9A7-336916A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1A041-2E69-4C6F-B58B-0F49A26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Grounding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8A642-81A0-47E5-9B4E-5ACB29F7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Answer claims retain source links, evidence spans and refusal conditions through generation.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981700" y="556260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84941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88A38-230F-4125-BD33-5FE43C01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RESPONSE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5F204-B8AC-4676-99C9-7AEB3D52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Confidence controls the response mode—not just the wording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8BA0-8984-4CD7-B09D-1BA6C0E3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26BC1-DC02-411F-B9C4-52B3CCF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410DD-057C-4CF6-9B3D-7A972F0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The runtime chooses a behavior from evidence coverage, source agreement and policy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BD942-B086-48DD-ADAC-97097737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86679-B214-4231-8108-6678195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5C7"/>
          </a:solidFill>
          <a:ln xmlns:a="http://schemas.openxmlformats.org/drawingml/2006/main" w="9525">
            <a:solidFill>
              <a:srgbClr val="5ED5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285D7-EAE2-4B5C-A0CB-08AB1CB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9A909-5AAA-4A28-8C01-959F92BA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Evidence is permitted, sufficiently complete and consistent; return a cited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EC051-0641-4C6C-9647-B7A7F75E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C20FE-7637-474E-BAF2-B71D699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4DBB9-47E3-4B36-9442-1821E86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CLARIFY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3312F-E6BC-4D51-A733-6D11D138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Intent, scope or entity is ambiguous; ask a bounded question before retrieval expands.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5D6A9-9B8B-42CF-9171-043AC03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757BD-3914-467F-BB42-9A3DA51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35"/>
          </a:solidFill>
          <a:ln xmlns:a="http://schemas.openxmlformats.org/drawingml/2006/main" w="9525">
            <a:solidFill>
              <a:srgbClr val="EF6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E60D4-B5FB-4F3B-AF14-6672FEEB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REFUSE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7ACE9-58D0-411D-8596-79A24FC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Evidence is absent, conflicting, below threshold or disallowed by the current policy context.</a:t>
            </a:r>
          </a:p>
        </p:txBody>
      </p:sp>
    </p:spTree>
    <p:extLst>
      <p:ext uri="{BB962C8B-B14F-4D97-AF65-F5344CB8AC3E}">
        <p14:creationId xmlns:p14="http://schemas.microsoft.com/office/powerpoint/2010/main" val="1935258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EF6D0-465E-4253-8D41-57C3535F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EVALUATION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4755-DB7C-4322-A65C-5CDB774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Evaluation follows the same path as production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5AB31-586C-4CFD-A833-ACAF0778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62AEC-10B8-4C93-A78C-45CD56FB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33528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3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8DCE0-AC72-4E11-9160-A8EDD3E1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1FB6D-98CA-4CC8-850B-7A3F2C12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CFE88-C1B0-4018-8D24-89761E26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Prove lineage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187D7-16FE-4BD0-B5D6-038C9DAD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Chunking, metadata, ACL inheritance and versioning are validated before indexing.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8E20F-070B-461F-BE31-52536EA8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638CE-0378-488C-A49B-B21678BC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5BD46-47CD-4222-BE8A-C55C81C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Test failure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4C7E6-7599-443A-8F6D-B743BC9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Measure recall, relevance, leakage, abstention and latency by policy segment.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DCADC-0DBB-49AC-A142-95D61E0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6D4F6-9031-4DB6-85CF-BAAAA93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OPERATE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53A3B-4462-4482-BE6F-8E0DDFDA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Repair with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8F694-5953-4DBE-997B-A860CEF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Trace weak queries to source, filter, ranker or response policy before changing prompts.</a:t>
            </a:r>
          </a:p>
        </p:txBody>
      </p:sp>
    </p:spTree>
    <p:extLst>
      <p:ext uri="{BB962C8B-B14F-4D97-AF65-F5344CB8AC3E}">
        <p14:creationId xmlns:p14="http://schemas.microsoft.com/office/powerpoint/2010/main" val="44734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3BED2-8AD6-43DF-82E3-378EA0A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234D8-AFAD-48E7-AB3A-324F3F7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THE OPERATING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BB1D-1963-4A0B-B7AA-C668BF9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 trustworthy answer is one the user was allowed to see.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166A1-AE01-42A1-B2DB-5E3F796B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Permission, provenance and refusal are first-class retrieval features—not post-processing.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2757C-C403-4AD5-8FE3-2438B0C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SANITIZED PUBLIC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5843F-EFD2-4C9E-B955-D50F0044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2991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2026-08-29T12:40:45.3310000Z</dcterms:created>
  <dcterms:modified xsi:type="dcterms:W3CDTF">2026-08-29T12:40:45.3310000Z</dcterms:modified>
</coreProperties>
</file>